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7272-CE7A-42E2-B39E-EBEEEA09B4EF}" type="datetimeFigureOut">
              <a:rPr lang="en-US" smtClean="0"/>
              <a:t>07/19/2024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15EC-2AA1-4D61-8A15-A497D361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8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7272-CE7A-42E2-B39E-EBEEEA09B4EF}" type="datetimeFigureOut">
              <a:rPr lang="en-US" smtClean="0"/>
              <a:t>07/19/2024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15EC-2AA1-4D61-8A15-A497D361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9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7272-CE7A-42E2-B39E-EBEEEA09B4EF}" type="datetimeFigureOut">
              <a:rPr lang="en-US" smtClean="0"/>
              <a:t>07/19/2024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15EC-2AA1-4D61-8A15-A497D361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8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7272-CE7A-42E2-B39E-EBEEEA09B4EF}" type="datetimeFigureOut">
              <a:rPr lang="en-US" smtClean="0"/>
              <a:t>07/19/2024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15EC-2AA1-4D61-8A15-A497D361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15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7272-CE7A-42E2-B39E-EBEEEA09B4EF}" type="datetimeFigureOut">
              <a:rPr lang="en-US" smtClean="0"/>
              <a:t>07/19/2024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15EC-2AA1-4D61-8A15-A497D361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5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7272-CE7A-42E2-B39E-EBEEEA09B4EF}" type="datetimeFigureOut">
              <a:rPr lang="en-US" smtClean="0"/>
              <a:t>07/19/2024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15EC-2AA1-4D61-8A15-A497D361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84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7272-CE7A-42E2-B39E-EBEEEA09B4EF}" type="datetimeFigureOut">
              <a:rPr lang="en-US" smtClean="0"/>
              <a:t>07/19/2024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15EC-2AA1-4D61-8A15-A497D361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7272-CE7A-42E2-B39E-EBEEEA09B4EF}" type="datetimeFigureOut">
              <a:rPr lang="en-US" smtClean="0"/>
              <a:t>07/19/2024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15EC-2AA1-4D61-8A15-A497D361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7272-CE7A-42E2-B39E-EBEEEA09B4EF}" type="datetimeFigureOut">
              <a:rPr lang="en-US" smtClean="0"/>
              <a:t>07/19/2024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15EC-2AA1-4D61-8A15-A497D361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4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7272-CE7A-42E2-B39E-EBEEEA09B4EF}" type="datetimeFigureOut">
              <a:rPr lang="en-US" smtClean="0"/>
              <a:t>07/19/2024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15EC-2AA1-4D61-8A15-A497D361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46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47272-CE7A-42E2-B39E-EBEEEA09B4EF}" type="datetimeFigureOut">
              <a:rPr lang="en-US" smtClean="0"/>
              <a:t>07/19/2024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15EC-2AA1-4D61-8A15-A497D361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25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47272-CE7A-42E2-B39E-EBEEEA09B4EF}" type="datetimeFigureOut">
              <a:rPr lang="en-US" smtClean="0"/>
              <a:t>07/19/2024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615EC-2AA1-4D61-8A15-A497D3611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14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Sample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22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</dc:title>
  <dc:creator>hp</dc:creator>
  <cp:lastModifiedBy>hp</cp:lastModifiedBy>
  <cp:revision>1</cp:revision>
  <dcterms:created xsi:type="dcterms:W3CDTF">2024-07-19T07:56:24Z</dcterms:created>
  <dcterms:modified xsi:type="dcterms:W3CDTF">2024-07-19T07:56:34Z</dcterms:modified>
</cp:coreProperties>
</file>